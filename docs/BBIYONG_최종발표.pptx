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5875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ln w="12700">
            <a:solidFill>
              <a:srgbClr val="CADCFC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 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삐용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B I Y O N 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무인 안전 이상탐지 시스템 — 혼합형 상시 순찰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2743200" cy="0"/>
          </a:xfrm>
          <a:prstGeom prst="line">
            <a:avLst/>
          </a:prstGeom>
          <a:noFill/>
          <a:ln w="12700">
            <a:solidFill>
              <a:srgbClr val="3A50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03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SSAFY 부울경 1반 · 팀 E101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669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팀장 모진성  ·  팀원 고지혁 · 박재현 · 이승현 · 이예승 · 장효준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무인 시간대, 감시에는 공백이 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화재의 골든타임은 짧고, 사람이 상시 지킬 수 있는 시간은 하루의 절반도 되지 않습니다.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745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지켜볼 사람이 없다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2677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→ 08:00, 하루 14시간 완전 무인 상태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카메라가 못 보는 곳이 있다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50215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CCTV 화각 밖 사각지대에서 불씨가 커진다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566928" cy="566928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343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경보가 울려도 믿지 않는다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736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반복된 오탐 끝에, 진짜 경보도 오작동으로 인식한다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98080" y="187452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연평균 화재 손실액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1812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3,600억 원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7818120" y="3429000"/>
            <a:ext cx="3108960" cy="0"/>
          </a:xfrm>
          <a:prstGeom prst="line">
            <a:avLst/>
          </a:prstGeom>
          <a:noFill/>
          <a:ln w="12700">
            <a:solidFill>
              <a:srgbClr val="3A50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5년간 화재 사망자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18120" y="3840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61명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7818120" y="4572000"/>
            <a:ext cx="3108960" cy="0"/>
          </a:xfrm>
          <a:prstGeom prst="line">
            <a:avLst/>
          </a:prstGeom>
          <a:noFill/>
          <a:ln w="12700">
            <a:solidFill>
              <a:srgbClr val="3A50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4709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발화요인 1위: 전기적 요인 28.1%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그중 미확인 단락(합선) 39.6%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5394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소방청 국가화재정보시스템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돌아다니며 스스로 확인하는 순찰자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CCTV · 무인경비 · 단일센서의 한계를 넘어, 삐용이 다른 세 가지 지점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1284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사각지대 제로화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 순찰로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 CCTV의 화각 밖까지 커버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21284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이중판정 오탐차단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3291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비전 × 열화상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검증으로 신뢰도 확보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92024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221284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2212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혼합형 운영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183880" y="329184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순찰 ↔ 긴급 집중 전환으로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감시 공백을 최소화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발견 → 확인 → 알림, 하나의 흐름으로 구현했습니다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완성된 시스템 아키텍처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468880" y="2057400"/>
            <a:ext cx="594360" cy="9144"/>
          </a:xfrm>
          <a:prstGeom prst="line">
            <a:avLst/>
          </a:prstGeom>
          <a:noFill/>
          <a:ln w="19050">
            <a:solidFill>
              <a:srgbClr val="3A50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4800600" y="1234440"/>
            <a:ext cx="640080" cy="685800"/>
          </a:xfrm>
          <a:prstGeom prst="line">
            <a:avLst/>
          </a:prstGeom>
          <a:noFill/>
          <a:ln w="19050">
            <a:solidFill>
              <a:srgbClr val="3A50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00600" y="2194560"/>
            <a:ext cx="640080" cy="731520"/>
          </a:xfrm>
          <a:prstGeom prst="line">
            <a:avLst/>
          </a:prstGeom>
          <a:noFill/>
          <a:ln w="19050">
            <a:solidFill>
              <a:srgbClr val="3A50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6583680" y="3291840"/>
            <a:ext cx="0" cy="685800"/>
          </a:xfrm>
          <a:prstGeom prst="line">
            <a:avLst/>
          </a:prstGeom>
          <a:noFill/>
          <a:ln w="19050">
            <a:solidFill>
              <a:srgbClr val="3A50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2926080"/>
            <a:ext cx="1005840" cy="9144"/>
          </a:xfrm>
          <a:prstGeom prst="line">
            <a:avLst/>
          </a:prstGeom>
          <a:noFill/>
          <a:ln w="19050">
            <a:solidFill>
              <a:srgbClr val="3A50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3A506B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69164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브라우저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169164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3A506B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63240" y="1691640"/>
            <a:ext cx="173736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86868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868680"/>
            <a:ext cx="2286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정적 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40680" y="256032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관제 서버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(Spring Boot)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06440" y="39776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3A506B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32520" y="25603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3252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(TCP · WSS)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1005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2267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STOMP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33101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5074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→  CI/CD  →  관제 서버 자동 배포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인프라 최신 구성(DB · CI/CD)은 발표 전 확정된 내용으로 갱신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ln w="12700">
            <a:solidFill>
              <a:srgbClr val="3A506B">
                <a:alpha val="6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지금부터, 실제로 동작하는 모습을 보여드리겠습니다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순찰 시뮬레이션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63440" y="4206240"/>
            <a:ext cx="457200" cy="457200"/>
          </a:xfrm>
          <a:prstGeom prst="ellipse">
            <a:avLst/>
          </a:prstGeom>
          <a:solidFill>
            <a:srgbClr val="3A506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257800" y="4206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관제 대시보드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시연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 → 확인 → 알림, 이중판정으로 완성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54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0876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발견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자율주행 순찰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화재 · 연기 감지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과열 모니터링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43400" y="1280160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554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출동 제어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화재 이중 판정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2860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1280160"/>
            <a:ext cx="32004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21040" y="15544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15400" y="1554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15400" y="18105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알림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21040" y="23317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과열 자동 경보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관제 대시보드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순찰 FSM · 긴급 &gt; 순찰 우선순위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3A506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4572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04872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3A506B"/>
          </a:solidFill>
          <a:ln/>
        </p:spPr>
      </p:sp>
      <p:sp>
        <p:nvSpPr>
          <p:cNvPr id="28" name="Text 26"/>
          <p:cNvSpPr/>
          <p:nvPr/>
        </p:nvSpPr>
        <p:spPr>
          <a:xfrm>
            <a:off x="2404872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05072" y="4572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69664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3A506B"/>
          </a:solidFill>
          <a:ln/>
        </p:spPr>
      </p:sp>
      <p:sp>
        <p:nvSpPr>
          <p:cNvPr id="31" name="Text 29"/>
          <p:cNvSpPr/>
          <p:nvPr/>
        </p:nvSpPr>
        <p:spPr>
          <a:xfrm>
            <a:off x="4169664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9864" y="4572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34456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5934456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34656" y="4572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99248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7699248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99448" y="4572000"/>
            <a:ext cx="18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464040" y="4572000"/>
            <a:ext cx="1600200" cy="502920"/>
          </a:xfrm>
          <a:prstGeom prst="roundRect">
            <a:avLst>
              <a:gd name="adj" fmla="val 50909"/>
            </a:avLst>
          </a:prstGeom>
          <a:solidFill>
            <a:srgbClr val="3A506B"/>
          </a:solidFill>
          <a:ln/>
        </p:spPr>
      </p:sp>
      <p:sp>
        <p:nvSpPr>
          <p:cNvPr id="40" name="Text 38"/>
          <p:cNvSpPr/>
          <p:nvPr/>
        </p:nvSpPr>
        <p:spPr>
          <a:xfrm>
            <a:off x="9464040" y="4572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긴급 이벤트 수신 즉시 순찰을 중단하고 출동 — 근접 확인 후 가장 가까운 지점에서 순찰 재개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산출물로 증명합니다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4708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9260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· React + Vite + TS, WebSocket(STOMP)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· Spring Boot, TCP Socket, REST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· ROS2 Humble, Nav2, YOLOv11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55448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84708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배포 현황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9260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실서버 연동 (wss://i15e101.p.ssafy.io)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/ live 데이터소스 전환 지원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Nginx · CI/CD 구성 확인 후 갱신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63840" y="155448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213D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847088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38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협업 프로세스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83880" y="292608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Epic → Story → Task 체계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브랜치 · 커밋 - 티켓 연동 규칙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· API 명세 문서화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배포 인프라 세부 항목은 최종 확인 후 갱신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ln w="15875">
            <a:solidFill>
              <a:srgbClr val="FF6B35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없는 시간에,</a:t>
            </a:r>
            <a:endParaRPr lang="en-US" sz="2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CCTV가 못 보는 곳을 삐용이 순찰합니다.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SSAFY 부울경 1반 · 팀 E101 · BBIYONG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경청해 주셔서 감사합니다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2026-08-03T01:59:59Z</dcterms:created>
  <dcterms:modified xsi:type="dcterms:W3CDTF">2026-08-03T01:59:59Z</dcterms:modified>
</cp:coreProperties>
</file>